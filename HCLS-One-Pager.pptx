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6916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77240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  ·  GOVERNED, AWS-NATIVE, DEPLOYABLE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for Life Sciences, built to be trusted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bounded, regulator-aware agents across regulatory, safety, clinical, quality &amp; medical affairs — with a governed platform, an MCP authorization gateway on Amazon Bedrock AgentCore, and one-click AWS deployment.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AGENTS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67128"/>
            <a:ext cx="6400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2219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22311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Writing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70432" y="2468880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sections &amp; responses, grounding-checked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77640" y="2167128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77640" y="2167128"/>
            <a:ext cx="6400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142232" y="22219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0872" y="22311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90872" y="2468880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ICSR intake, coding, seriousness, narrative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43784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43784"/>
            <a:ext cx="6400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70432" y="29077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 Ops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70432" y="3145536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TMF completeness, data queries, study health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77640" y="2843784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77640" y="2843784"/>
            <a:ext cx="6400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4142232" y="28986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90872" y="29077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Patient Matching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90872" y="3145536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Eligibility, de-identified cohort, site ranking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20440"/>
            <a:ext cx="6400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35753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70432" y="35844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CAPA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70432" y="3822192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triage, root cause, CAPA drafting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77640" y="3520440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977640" y="3520440"/>
            <a:ext cx="6400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4142232" y="35753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690872" y="35844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90872" y="3822192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Guidance, feasibility, protocol drafting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197096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4197096"/>
            <a:ext cx="6400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" y="4251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70432" y="42611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RWE / HEOR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70432" y="449884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definition, evidence synthesis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77640" y="4197096"/>
            <a:ext cx="3337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977640" y="4197096"/>
            <a:ext cx="6400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5" name="Text 43"/>
          <p:cNvSpPr/>
          <p:nvPr/>
        </p:nvSpPr>
        <p:spPr>
          <a:xfrm>
            <a:off x="4142232" y="42519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690872" y="42611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Affairs / MSL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690872" y="4498848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Compliant, cited briefs; MLR submission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50383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DESIGN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5367528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" y="5312664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In-account inference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58368" y="552297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in your AWS account — no PHI/IP egress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977640" y="5367528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3" name="Text 51"/>
          <p:cNvSpPr/>
          <p:nvPr/>
        </p:nvSpPr>
        <p:spPr>
          <a:xfrm>
            <a:off x="4178808" y="5312664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178808" y="552297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Gateway+Identity: deny-by-default, scoped tokens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5934456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" y="5879592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58368" y="608990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action needs a verified human approval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977640" y="5934456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9" name="Text 57"/>
          <p:cNvSpPr/>
          <p:nvPr/>
        </p:nvSpPr>
        <p:spPr>
          <a:xfrm>
            <a:off x="4178808" y="5879592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178808" y="6089904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e-signature linkage — 21 CFR Part 11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6501384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2" name="Text 60"/>
          <p:cNvSpPr/>
          <p:nvPr/>
        </p:nvSpPr>
        <p:spPr>
          <a:xfrm>
            <a:off x="658368" y="644652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output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58368" y="66568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&amp; entity traces to source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977640" y="6501384"/>
            <a:ext cx="118872" cy="1188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5" name="Text 63"/>
          <p:cNvSpPr/>
          <p:nvPr/>
        </p:nvSpPr>
        <p:spPr>
          <a:xfrm>
            <a:off x="4178808" y="6446520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Validation-ready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178808" y="665683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prompts/models, eval harness in CI (GxP/CSV)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7104888"/>
            <a:ext cx="6858000" cy="384048"/>
          </a:xfrm>
          <a:prstGeom prst="rect">
            <a:avLst/>
          </a:prstGeom>
          <a:solidFill>
            <a:srgbClr val="16294B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71048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 ·  21 CFR Part 11  ·  GxP (GCP/GLP/GMP)  ·  GVP / ICH E2B(R3)  ·  FDA QMSR  ·  EU AI Act  ·  GDPR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57200" y="7653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VALUE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57200" y="7927848"/>
            <a:ext cx="16116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57200" y="7927848"/>
            <a:ext cx="161163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8074152"/>
            <a:ext cx="1428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530352" y="8494776"/>
            <a:ext cx="146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regulatory first draft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205990" y="7927848"/>
            <a:ext cx="16116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2205990" y="7927848"/>
            <a:ext cx="161163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6" name="Text 74"/>
          <p:cNvSpPr/>
          <p:nvPr/>
        </p:nvSpPr>
        <p:spPr>
          <a:xfrm>
            <a:off x="2297430" y="8074152"/>
            <a:ext cx="1428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 hrs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2279142" y="8494776"/>
            <a:ext cx="146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AE case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954780" y="7927848"/>
            <a:ext cx="16116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3954780" y="7927848"/>
            <a:ext cx="1611630" cy="640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0" name="Text 78"/>
          <p:cNvSpPr/>
          <p:nvPr/>
        </p:nvSpPr>
        <p:spPr>
          <a:xfrm>
            <a:off x="4046220" y="8074152"/>
            <a:ext cx="1428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1-click</a:t>
            </a:r>
            <a:endParaRPr lang="en-US" sz="2200" dirty="0"/>
          </a:p>
        </p:txBody>
      </p:sp>
      <p:sp>
        <p:nvSpPr>
          <p:cNvPr id="81" name="Text 79"/>
          <p:cNvSpPr/>
          <p:nvPr/>
        </p:nvSpPr>
        <p:spPr>
          <a:xfrm>
            <a:off x="4027932" y="8494776"/>
            <a:ext cx="146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deploy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703570" y="7927848"/>
            <a:ext cx="161163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E1B33">
                <a:alpha val="14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703570" y="7927848"/>
            <a:ext cx="1611630" cy="64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4" name="Text 82"/>
          <p:cNvSpPr/>
          <p:nvPr/>
        </p:nvSpPr>
        <p:spPr>
          <a:xfrm>
            <a:off x="5795010" y="8074152"/>
            <a:ext cx="14287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5776722" y="8494776"/>
            <a:ext cx="1465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7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480+ tests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0" y="9308592"/>
            <a:ext cx="7772400" cy="7498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87" name="Shape 85"/>
          <p:cNvSpPr/>
          <p:nvPr/>
        </p:nvSpPr>
        <p:spPr>
          <a:xfrm>
            <a:off x="0" y="9308592"/>
            <a:ext cx="77724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8" name="Text 86"/>
          <p:cNvSpPr/>
          <p:nvPr/>
        </p:nvSpPr>
        <p:spPr>
          <a:xfrm>
            <a:off x="457200" y="9418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workflow: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it → run the assessment (context of use, risk, your ROI baseline) → stand up the AWS demo with governance proven.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Agentic AI — One-Page Leave-Behind</dc:title>
  <dc:subject>PptxGenJS Presentation</dc:subject>
  <dc:creator>Life Sciences GTM</dc:creator>
  <cp:lastModifiedBy>Life Sciences GTM</cp:lastModifiedBy>
  <cp:revision>1</cp:revision>
  <dcterms:created xsi:type="dcterms:W3CDTF">2026-06-17T16:46:02Z</dcterms:created>
  <dcterms:modified xsi:type="dcterms:W3CDTF">2026-06-17T16:46:02Z</dcterms:modified>
</cp:coreProperties>
</file>