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10 is a ROADMAP/expansion agent (Documented maturity) — cited design, not a built reference. It extends the suite to the FRONT of the lifecycle (R&amp;D). Position to a different buyer: research informatics / computational biology, not the clinical/safety/quality buyer of the built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peer-reviewed ~86% failure (Wong 2019) and the 11% reproducibility (Begley). PubMed scale is the overload pain. All three are gov/peer-reviewed.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cost is the $2.6B/drug and ~$430M preclinical — failed targets are the dominant driver. Bright line: the scientist owns the hypothesis; provenance answers the reproducibility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The differentiator is provenance — every claim links to its source. Human gate (scientist) in red. This is evidence synthesis, not an autonomous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New connectors: ELN + literature/omics/patents into a Knowledge Base. Internal evidence stays in-VPC and never egresses after masking. Customer provides ELN access and the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Insilico/AstraZeneca figures are company-/vendor-reported — never lead with them. Roadmap deck — deployment follows the build (docs/specs/10).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Intelligence &amp; Target Discovery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10 of 8  ·  synthesize literature, omics &amp; patents into ranked, evidence-linked targets — a scientist owns the hypothesis  [roadmap]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164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0B8C0"/>
                </a:solidFill>
              </a:rPr>
              <a:t>Reference accelerator - not an AWS service or certification. Built on AWS; not AWS-affiliated/endorsed.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MILLION PAPERS A YEAR TO RANKED TARGETS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Intelligence &amp; Target Discovery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discovery copilot that synthesizes literature, omics, patents, and internal data into ranked, evidence-linked targets with full provenance — while a scientist owns the target hypothesis and every go/no-go decision.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~86%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drugs entering clinical testing fail; wrong target / lack of efficacy 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848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Wong 2019]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landmark preclinical cancer studies were reproducible (Amgen)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962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Begley 2012]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&gt;1M / yr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papers added to PubMed (&gt;35M total) — no team can read it 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NLM]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evidence is spread across &gt;35M papers, omics, patents, and internal data — no team can synthesize it manually.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target validation is a leading cause of the ~86% clinical failure rate.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preclinical evidence base is shaky — only ~11% of landmark cancer studies reproduced.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Discovery-to-candidate runs ~3–6 years and hundreds of millions before a single patient.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~$2.6B / drug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~$2.6B capitalized cost per approved drug (incl. failures); a typical preclinical program is ~$430M out-of-pocket over 3–6 years. Failed targets are the dominant driver.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and hundreds of millions sunk into targets that fail in the clinic.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prior art / evidence that a competitor already acted 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24158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DiMasi/Tufts; PhRMA]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synthesizes and ranks evidence with full provenance; a scientist owns the target hypothesis and the go/no-go decision.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literature, omics, patents and internal data through a scoped gateway, synthesize and rank targets with provenance — then route the hypothesis to a scientist.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evidence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literature/omics/patents/internal via gateway + KB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&amp; link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claims, link to source, de-duplicate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targets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 evidence strength + tractability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owns the hypothesis &amp; go/no-go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 + decisions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target hypothesis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scientists &amp; computational biology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ELN + internal data lake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· omics · patents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(discovery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Synthesis/ranking agent + provenance linker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corpus (RAG)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rationale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scientist sign-in   2 SAML federation (MFA at IdP; Cognito issues JWT)   3 authenticated session to discovery console   4 ELN + internal data reads over private connectivity (least-privilege)   5 demand scales the agent workers   6 model calls stay in-VPC via Bedrock + Guardrails; internal evidence never egresses after masking   7 full provenance + decisions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novel-target → preclinical candidate (Insilico, company-reported)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company-reported]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tissue-analysis time cut on AWS (AstraZeneca)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linked to source — reproducibility by design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~$430M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preclinical spend the workflow de-risks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(scientist / comp-bio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ELN + internal data; index literature/omics/patents into a Knowledge Base.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provenance/gate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agent (Documented): build per docs/CREATE-A-NEW-AGENT.md, then CloudFormation quick-deploy provisions the isolated environment + dual MCP gateway; connect ELN + index the corpus.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docs/specs/10-scientific-intelligence.md (design spec — roadmap agent, Documented maturity)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900"/>
                </a:solidFill>
              </a:rPr>
              <a:t>Disclaimer &amp; shared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Reference accelerator -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10 — Scientific Intelligence &amp; Target Discovery</dc:title>
  <dc:subject>PptxGenJS Presentation</dc:subject>
  <dc:creator>HCLS AI Agent Suite</dc:creator>
  <cp:lastModifiedBy>HCLS AI Agent Suite</cp:lastModifiedBy>
  <cp:revision>1</cp:revision>
  <dcterms:created xsi:type="dcterms:W3CDTF">2026-06-25T22:00:55Z</dcterms:created>
  <dcterms:modified xsi:type="dcterms:W3CDTF">2026-06-25T22:00:55Z</dcterms:modified>
</cp:coreProperties>
</file>