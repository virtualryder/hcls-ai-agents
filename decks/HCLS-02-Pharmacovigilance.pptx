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02 is the flagship live path — real Bedrock inference and a real HTTP connector run end-to-end. Position to the CISO around PHI masking before any model call, and to the CIO around a high-volume workflow with a hard physician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FAERS volume (gov) is the pain proxy; 40–85% of PV budget (sector, flag it) is the spend; Schmider's 40–70% (peer-reviewed) is the credible ROI anchor.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Lead the modeled ~$2.0M/yr intake cost with arithmetic visible. The bright line: the agent drafts the case, a safety physician owns causality and reportability.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PHI is masked at step 1, before anything reaches a model. Human gate in red. The audit card matters most to PV — every coding and causality call is logged.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Trace the eight steps; emphasize masking happens before the model boundary. Customer provides Argus/Veeva access, MedDRA/WHO Drug licenses, and named physician approvers.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This is the agent to demo live. Six deploy steps map to the native DEPLOY.md and the demo/ path.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Pharmacovigilance — ICSR Case Intake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02 of 8  ·  triage, de-duplicate, MedDRA-code, and draft E2B narratives — a safety physician validates the case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CASE BACKLOG TO SAME-DAY TRIAGE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Pharmacovigilance — ICSR Case Intake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ICSR copilot that triages intake, detects duplicates, proposes MedDRA coding, and drafts the E2B(R3) narrative — while a safety physician validates causality and the reportable case before it leaves the building.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~28M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FAERS reports by end-2023; quarterly volume ~3× since 2007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8489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 FAERS]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40–85%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PV budgets consumed by case intake &amp; processing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40–70%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data-entry time cut in a Pfizer AI/RPA pilot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Schmider 2019]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Adverse-event volumes scale with portfolio breadth; intake is high-volume and time-critical.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duplicate detection, MedDRA coding, and E2B narrative drafting are repetitive and regulated.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processing consumes up to two-thirds of internal PV resources; median ~69 min per report.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ICSR volumes are growing ~8–15%/year — the backlog compounds without automation.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~$2.0M / yr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100,000 cases/yr × ~$20 outsourced intake/case = ~$2.0M/yr before internal labor. Intake/processing is 40–85% of PV budget; ~8–15% annual volume growth.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 missed expedited reporting — regulatory and patient-safety exposure.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inconsistency that undermines signal detection across the portfolio.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19623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+ sector-press/estimate]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triages, de-duplicates, codes, and drafts; a qualified safety physician validates causality and the reportable case before submission.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 case data through a scoped gateway, propose triage / dedupe / MedDRA coding and draft the narrative — then stop at a safety-physician gate before reporting.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&amp; mask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sources via gateway; PHI masked first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&amp; dedupe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seriousness, expectedness, duplicate detection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&amp; draft E2B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MedDRA coding + E2B(R3) narrative draft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physician validates causality &amp; case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logged to immutable store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reportable case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operations &amp; physicians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Argus / Veeva Safety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MedDRA · WHO Drug dictionaries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(case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Triage/code agent + PHI masker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DB connector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Argus / Veeva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case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safety-ops sign-in   2 SAML federation (MFA at IdP; Cognito issues JWT)   3 authenticated session to case console   4 safety DB + dictionary reads over private connectivity   5 case volume scales the agent workers   6 model calls stay in-VPC via Bedrock + Guardrails (PHI masked first)   7 every triage/coding/causality decision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40–70%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data-entry time cut (Pfizer pilot)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Schmider]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10–30%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cost savings with GenAI/automation deployed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2/3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internal PV resources today go to case processing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~69 min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processing per report today — the target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(safety-ops / physician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Argus/Veeva Safety + MedDRA/WHO Drug; enable PHI masker.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the live end-to-end demo path.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Agent 02 ships a live Bedrock + real-connector reference path you can run end-to-end.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aws-native-reference/02-pharmacovigilance/DEPLOY.md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02 — Pharmacovigilance — ICSR Case Intake</dc:title>
  <dc:subject>PptxGenJS Presentation</dc:subject>
  <dc:creator>HCLS AI Agent Suite</dc:creator>
  <cp:lastModifiedBy>HCLS AI Agent Suite</cp:lastModifiedBy>
  <cp:revision>1</cp:revision>
  <dcterms:created xsi:type="dcterms:W3CDTF">2026-06-24T19:18:39Z</dcterms:created>
  <dcterms:modified xsi:type="dcterms:W3CDTF">2026-06-24T19:18:39Z</dcterms:modified>
</cp:coreProperties>
</file>