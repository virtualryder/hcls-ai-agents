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09 is BUILT to flagship depth — a LangGraph app (review-by-exception scan + QA gate), 36 passing tests, an AWS-native Strands + Step Functions rebuild, and a four-document doc set. It extends the suite to CMC/manufacturing with the same governed review-and-approve pattern and a QA release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FDA's 62% (gov). The 48-hr review and $14K deviation figures are sector estimates — flag them. The story: the most regulated, highest-cost manual review in the plant.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~$420K/yr investigation labor with arithmetic visible — before scrapped-batch cost. Bright line: QA owns and signs the release; the agent never releases a 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Review by exception — the agent surfaces only what deviates. Human gate (QA) in red. Every flag traces to a record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EventBridge triggers review on batch completion. New connectors: MES/EBR + LIMS. Same governed spine + 21 CFR Part 11 audit. Customer provides MES/LIMS access and named QA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RBE ~80% is trade-press (illustrative); the &gt;50% deviation reduction is McKinsey. This is a roadmap deck — deployment follows the build (docs/specs/09).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Batch-Review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09 of 8  ·  review electronic batch records by exception — QA owns every release/reject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48-HOUR REVIEWS TO REVIEW BY EXCEPTION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Batch-Review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batch-review copilot that reads the electronic batch record and process data, flags deviations and out-of-spec results by exception, and drafts the disposition — while a QA reviewer makes and signs every release/reject decision.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drug shortages trace to manufacturing/quality problems — the #1 root cause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 hrs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review per batch report today (up to ~500 hrs for complex paper-based)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~$14K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per deviation investigation (mostly senior labor)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Batch-record review and OOS/deviation investigation are slow, manual, and senior-labor-heavy.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211.192 (production-record review / discrepancy investigation) is among the most-cited FDA warning-letter findings.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Right-first-time for complex biologics often sits ~80%; every non-RFT batch triggers rework and release delay.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biologics batch failure can cost tens of millions; raw materials alone often exceed $1–2M.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~$420K / yr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200 batches/yr × ~15% deviating (85% RFT) ≈ 30 investigations × ~$14K labor ≈ ~$420K/yr — before any scrapped batch ($1–2M+ each) or delayed-release carrying cost.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delays and drug-shortage risk from review backlogs.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/ 211.192 findings from inconsistent record review.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deviation-investigation cost × batch volume]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reviews records and flags exceptions; a QA reviewer makes and signs the final release/reject decision — the agent never releases a batch.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electronic batch record + MES/LIMS data through a scoped gateway, check by exception and draft the disposition — then stop at a QA gate before release.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EBR + MES/LIMS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record + process/QC data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by exception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OOS, missing steps, e-sig completeness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disposition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report + recommended release/hold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 (QA)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reviewer approves release / reject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+ decision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batch release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 &amp; release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/ electronic batch records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LIMS (QC results)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worker + EventBridge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batch completion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Review/exception agent + limit checker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+ review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disposition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QA sign-in   2 SAML federation (MFA at IdP; Cognito issues JWT)   3 authenticated session to review console   4 MES/EBR + LIMS reads over private connectivity   5 EventBridge triggers review on batch completion   6 model calls stay in-VPC via Bedrock + Guardrails   7 every flag, exception, and release decision persisted to append-only audit (21 CFR Part 11)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batch-release time cut with review by exception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reduction at a benchmarked biopharma site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cited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211.192 record-review is a top FDA warning-letter finding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tests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with no API key (built to flagship depth)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4882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[built]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(operator / QA-reviewer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MES / electronic batch records + LIMS; wire EventBridge on batch completion.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QA-gate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connector Lambdas (mes/lims); connect MES/EBR + LIMS. AWS-native Strands + Step Functions rebuild included.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aws-native-reference/09-manufacturing-batch-review/DEPLOY.md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09 — Manufacturing Batch-Review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