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04 replaces opinion-based feasibility with evidence. Position to the Director of Architecture around enforced de-identification at the gateway; to clinical ops around fewer non-enrolling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All three hook stats are sector estimates — say so on the slide. They establish the enrollment-failure reality without overclaiming.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~$24M modeled recovery uses Tufts day-of-delay; show the math. Diversity Action Plan is a live-but-moving driver — frame it as design posture. Bright line: humans select sites, clinicians confirm eligibility.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De-identification is enforced at the gateway, not assumed. Human gate in red. No autonomous enrollment.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Emphasize de-identification enforcement on RWD connectors. Customer provides CTMS history and a de-identified RWD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an independent AI patient-matching ROI benchmark is not established — the value case is the modeled delay-recovery plus governance.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04 of 8  ·  rank sites on real performance and size cohorts on RWD — humans select sites and confirm eligibility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SITE GUESSWORK TO EVIDENCE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feasibility copilot that ranks sites on historical performance and sizes cohorts against real-world data — while humans select the sites and clinicians confirm every patient's eligibility, with diversity surfaced as a first-class metric.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trials miss their original enrollment timeline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3024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 — flag on slide]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/ ~30%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sites enroll zero / under-enroll patients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screen-failure rate (70–85% in CNS/rare disease)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still leans on site-opinion surveys rather than historical performance data.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cohort sizing is rarely integrated at scale, so enrollment assumptions are optimistic.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in 5 sites enroll no one and ~30% under-enroll — wasted activation cost and lost time.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Diversity Action Plan expectations make representativeness a design requirement, not an afterthought.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 / launch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compressing enrollment by 30 days ≈ 30 × $800K/day lost sales ≈ ~$24M recovered per launch. Cost per patient recruited commonly $1,500–$10,000; recruitment is 20–30% of trial budget.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activation spend on non-enrolling sites.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Diversity-plan and ICH E17 gaps that jeopardize acceptability of the evidence.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3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2024 day-of-delay; recruitment benchmarks]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ranks sites and sizes cohorts; humans select the sites and a clinician confirms each patient's eligibility — no autonomous enrollment.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historical site performance and de-identified RWD through a scoped gateway, rank and size — then route selection and eligibility to humans.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performance + RWD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CTMS history + de-identified 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&amp; size cohorts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model + feasibility + diversity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feasibility pack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sites, cohort sizing, diversity 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select sites; clinician confirms eligibility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 + data lineage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site selection &amp; patient eligibility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clinical-ops teams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CTMS (historical performance)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/ claims / registry (de-identified)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(feasibility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Ranking/cohort agent + de-id check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rationale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feasibility console   4 CTMS + de-identified RWD reads over private connectivity   5 demand scales the agent workers   6 model calls stay in-VPC via Bedrock + Guardrails   7 ranking rationale + data lineage persisted to append-only audit   8 connectors reachable only through the governed MCP gateway (de-identification enforced)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recovery per launch from a 30-day pull-in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performance vs. opinion surveys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representativeness surfaced as a first-class metric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[FDA Diversity Action Plan posture]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de-identified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via Safe Harbor / Expert Determination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4882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[HIPAA]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(feasibility / clinician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CTMS history + de-identified RWD; enforce de-identification at the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CTMS history and a de-identified RWD source.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aws-native-reference/04-site-patient-matching/DEPLOY.md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04 — Site Selection &amp; Patient Matching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