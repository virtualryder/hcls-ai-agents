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07 moves analyst time from wrangling to evidence. Position to the Director of Architecture around enforced de-identification and auditable lineage; to HEOR leadership around faster dossiers.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We use Anaconda's measured ~45% data-prep share rather than the bare “80%” myth — more defensible. The ~$1.3M/yr is modeled; show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Lineage is the regulatory hook — FDA fitness-for-purpose demands it. Bright line: a qualified scientist approves the study.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Lineage is captured continuously, not reconstructed later. Human gate in 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Note de-identification enforcement and the lineage tracker. Customer provides de-identified RWD and code-system references.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The AstraZeneca acceleration is a vendor proxy, flagged. The defensible value is the prep-to-analysis shift plus lineage. Close on the takeaway.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Evidence / HEOR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Life Sciences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07 of 8  ·  build cohorts and translate code so analysts analyze — an epidemiologist approves the study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HCLS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1100" dirty="0"/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1164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>
                <a:solidFill>
                  <a:srgbClr val="B0B8C0"/>
                </a:solidFill>
              </a:rPr>
              <a:t>Reference accelerator - not an AWS service or certification. Built on AWS; not AWS-affiliated/endorsed.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WRANGLING TO EVIDENCE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Evidence / HEOR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RWE/HEOR copilot that defines cohorts, translates between code systems, and assembles auditable data lineage — so analysts spend time on analysis, while an epidemiologist or biostatistician approves the study and its conclusions.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33272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~45%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analyst time goes to data prep, not analysis (measured)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20189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 — Anaconda]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36008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 months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manually build a retrospective RWE database study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13953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38744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~$1.3M / yr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non-analytic labor for a 20-person RWE team (modeled)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6016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RWE/HEOR requires cohort definition, confounding control, and structured code translation.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time is disproportionately spent on data wrangling rather than evidence generation.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FDA's RWE Framework hinges on data fitness-for-purpose and auditable lineage — hard to do by hand.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Follow-on FDA RWD/RWE guidances (2023–24) keep raising the bar on traceability.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~$1.3M / yr / team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Modeled: analyst ~$150K fully loaded × ~45% on wrangling = ~$67K/yr each; a 20-person RWE team ≈ ~$1.3M/yr of non-analytic labor. A single study can take ~6 months to build before analysis.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evidence generation that delays HEOR dossiers and market-access decisions.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 gaps that weaken the fitness-for-purpose case to FDA.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337962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 — loaded analyst cost × Anaconda data-prep share]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builds cohorts, translates code, and documents lineage; an epidemiologist or biostatistician approves the study design and conclusions.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de-identified RWD through a scoped gateway, define cohorts and translate code with full lineage — then route the study to a qualified human.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de-identified RWD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/ registry / RWD via gateway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cohort + translate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phenotype, code-system mapping, lineage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analysis plan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confounding controls, feasibility counts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GATE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epidemiologist / biostatistician approves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 audit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lineage + decisions logged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+ prompt version — append-only and inspection-ready (21 CFR Part 11).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regulated claim traces to the source corpus; Bedrock Guardrails mask PHI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the analysis &amp; conclusions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SOP.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RWE / HEOR analysts &amp; epidemiologists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PingID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/ registry / RWD platforms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systems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systems (ICD / SNOMED / RxNorm)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(dedicated, validated account per customer)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AGENTCORE / FARGATE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(analysis console)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Cohort/code agent + lineage tracker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/ Redshift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+ lineage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study records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0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 (21 CFR Part 11 audit)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analyst sign-in   2 SAML federation (MFA at IdP; Cognito issues JWT)   3 authenticated session to analysis console   4 de-identified RWD reads over private connectivity   5 demand scales the agent workers   6 model calls stay in-VPC via Bedrock + Guardrails   7 full data lineage + decisions persisted to append-only audit   8 connectors reachable only through the governed MCP gateway (de-identification enforced)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~45%→90%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time shifted from prep toward analysis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21890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 target vs. Anaconda baseline]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lineage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 data provenance for FDA fitness-for-purpose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173553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FDA RWE]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xlat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ICD/SNOMED/RxNorm mapping with provenance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1055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 property]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hours→min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proxy: AstraZeneca analyst acceleration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8851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 — AWS]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+ per-customer validated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(analyst / epidemiologist roles).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 + grant tools via the MCP gateway (deny-by-default).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de-identified claims/registry/RWD; enforce de-identification at the gateway.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S3 Object Lock + append-only audit; run smoke + HITL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quick-deploy provisions the isolated environment + dual MCP gateway; point connectors at de-identified RWD; wire code-system references.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aws-native-reference/07-rwe-heor/DEPLOY.md  ·  docs/DEPLOY-QUICKSTART.md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21 CFR Part 11 / GxP-defensible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9900"/>
                </a:solidFill>
              </a:rPr>
              <a:t>Disclaimer &amp; shared responsibility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118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Reference accelerator - not an AWS service, not AWS-supported software, not a compliance certification, and not production-ready for regulated data without customer-specific engineering, testing, authorization, and operational ownership. Built on AWS; not affiliated with or endorsed by Amazon Web Services.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HCLS Agent 07 — Real-World Evidence / HEOR</dc:title>
  <dc:subject>PptxGenJS Presentation</dc:subject>
  <dc:creator>HCLS AI Agent Suite</dc:creator>
  <cp:lastModifiedBy>HCLS AI Agent Suite</cp:lastModifiedBy>
  <cp:revision>1</cp:revision>
  <dcterms:created xsi:type="dcterms:W3CDTF">2026-06-25T22:00:54Z</dcterms:created>
  <dcterms:modified xsi:type="dcterms:W3CDTF">2026-06-25T22:00:54Z</dcterms:modified>
</cp:coreProperties>
</file>