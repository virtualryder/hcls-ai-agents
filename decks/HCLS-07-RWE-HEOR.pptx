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07 moves analyst time from wrangling to evidence. Position to the Director of Architecture around enforced de-identification and auditable lineage; to HEOR leadership around faster dossiers.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We use Anaconda's measured ~45% data-prep share rather than the bare “80%” myth — more defensible. The ~$1.3M/yr is modeled; show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Lineage is the regulatory hook — FDA fitness-for-purpose demands it. Bright line: a qualified scientist approves the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Lineage is captured continuously, not reconstructed later. Human gate in red.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Note de-identification enforcement and the lineage tracker. Customer provides de-identified RWD and code-system references.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The AstraZeneca acceleration is a vendor proxy, flagged. The defensible value is the prep-to-analysis shift plus lineage.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07 of 8  ·  build cohorts and translate code so analysts analyze — an epidemiologist approves the study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WRANGLING TO EVIDENCE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Real-World Evidence / HEOR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RWE/HEOR copilot that defines cohorts, translates between code systems, and assembles auditable data lineage — so analysts spend time on analysis, while an epidemiologist or biostatistician approves the study and its conclusions.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analyst time goes to data prep, not analysis (measured)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201899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 — Anaconda]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 months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manually build a retrospective RWE database study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non-analytic labor for a 20-person RWE team (modeled)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60167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RWE/HEOR requires cohort definition, confounding control, and structured code translation.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time is disproportionately spent on data wrangling rather than evidence generation.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FDA's RWE Framework hinges on data fitness-for-purpose and auditable lineage — hard to do by hand.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Follow-on FDA RWD/RWE guidances (2023–24) keep raising the bar on traceability.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~$1.3M / yr / team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analyst ~$150K fully loaded × ~45% on wrangling = ~$67K/yr each; a 20-person RWE team ≈ ~$1.3M/yr of non-analytic labor. A single study can take ~6 months to build before analysis.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evidence generation that delays HEOR dossiers and market-access decisions.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 gaps that weaken the fitness-for-purpose case to FDA.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337962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— loaded analyst cost × Anaconda data-prep share]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builds cohorts, translates code, and documents lineage; an epidemiologist or biostatistician approves the study design and conclusions.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 de-identified RWD through a scoped gateway, define cohorts and translate code with full lineage — then route the study to a qualified human.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Read de-identified RWD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registry / RWD via gateway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Define cohort + translate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phenotype, code-system mapping, lineage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Draft analysis plan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confounding controls, feasibility counts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epidemiologist / biostatistician approves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+ decisions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analysis &amp; conclusions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RWE / HEOR analysts &amp; epidemiologists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Claims / registry / RWD platforms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systems (ICD / SNOMED / RxNorm)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(analysis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Cohort/code agent + lineage tracker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Aurora / Redshift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cohort + lineage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study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analyst sign-in   2 SAML federation (MFA at IdP; Cognito issues JWT)   3 authenticated session to analysis console   4 de-identified RWD reads over private connectivity   5 demand scales the agent workers   6 model calls stay in-VPC via Bedrock + Guardrails   7 full data lineage + decisions persisted to append-only audit   8 connectors reachable only through the governed MCP gateway (de-identification enforced)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~45%→90%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time shifted from prep toward analysis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21890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target vs. Anaconda baseline]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lineage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auditable data provenance for FDA fitness-for-purpose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73553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 RWE]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xlat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ICD/SNOMED/RxNorm mapping with provenance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hours→min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proxy: AstraZeneca analyst acceleration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(analyst / epidemiologist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de-identified claims/registry/RWD; enforce de-identification at the gateway.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HITL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point connectors at de-identified RWD; wire code-system references.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aws-native-reference/07-rwe-heor/DEPLOY.md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32F3E"/>
      </a:dk2>
      <a:lt2>
        <a:srgbClr val="E7E6E6"/>
      </a:lt2>
      <a:accent1>
        <a:srgbClr val="FF9900"/>
      </a:accent1>
      <a:accent2>
        <a:srgbClr val="232F3E"/>
      </a:accent2>
      <a:accent3>
        <a:srgbClr val="01A88D"/>
      </a:accent3>
      <a:accent4>
        <a:srgbClr val="8C4FFF"/>
      </a:accent4>
      <a:accent5>
        <a:srgbClr val="DD344C"/>
      </a:accent5>
      <a:accent6>
        <a:srgbClr val="ED7100"/>
      </a:accent6>
      <a:hlink>
        <a:srgbClr val="0563C1"/>
      </a:hlink>
      <a:folHlink>
        <a:srgbClr val="954F72"/>
      </a:folHlink>
    </a:clrScheme>
    <a:fontScheme name="Office">
      <a:majorFont>
        <a:latin typeface="Amazon Ember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mazon Ember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07 — Real-World Evidence / HEOR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