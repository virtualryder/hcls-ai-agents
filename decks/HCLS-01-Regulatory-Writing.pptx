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01 is a high-credibility land motion for R&amp;D/regulatory. Position to the CIO as the safest way to prove the shared control plane on a document-centric workflow; to the CISO as a 21 CFR Part 11 story from commit one; to the Director of Architecture as grounded RAG with a hard human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Lead with DiMasi's $2.6B/drug as the value at stake, then McKinsey's ~$60M/month delay cost. The Merck 55% figure is vendor-reported and shown as such — it's the proof that the workflow is real, not the lead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The pain is retrieval-vs-reasoning and hallucination risk; the cost is delay NPV plus the $4.68M PDUFA fee. The bright line: the agent drafts and checks, a qualified human signs off — this is what makes it submittable, not just impressive.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Five steps, human gate in red. The grounding checker is the differentiator: a figure with no source fails fast rather than being asserted. The three assurance cards answer the regulated-buyer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 — the most important slide. Trace the eight numbered flow steps. To deploy, the customer provides: an IdP, private connectivity to Veeva Vault, approved guidance content, and named reviewer/QP roles. Bedrock + Guardrails are in-VPC; PHI/PII never egresses after masking.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Outcomes are documented-at-company or modeled-at-baseline, never guaranteed. Six deploy steps map to the native DEPLOY.md. Close on the takeaway: the governed platform is the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Writing &amp; Intelligence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01 of 8  ·  draft and assemble submission content from grounded evidence — a qualified human signs off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SEARCHING TO SUBMITTING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Writing &amp; Intelligence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medical-writing copilot that retrieves approved evidence, drafts and assembles CTD/eCTD sections with every figure traceable to source — while a qualified regulatory writer reviews and signs off on what is submitted.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$2.6B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capitalized cost per approved drug — the value behind every submission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20189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DiMasi/Tufts]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~$60M / mo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lost per month of submission delay for a $1B-peak asset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 2025]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~55%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first-draft CSR hours cut (180→80) with 50% fewer errors (Merck)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Merck-reported]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writers spend disproportionate time retrieving and reconciling evidence rather than reasoning.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hallucinated number in a submission is a data-integrity defect — FDA's own gen-AI tool was reported to fabricate studies.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~13% of top pharma automate table/listing/figure assembly at scale; the rest is manual.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artifact carries 21 CFR Part 11 e-signature and ALCOA+ obligations before the first line of agent code.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~$60M / month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Industry: ~$60M NPV lost per month of submission delay for a $1B-peak asset (~$180M for a 12-week slip). The FY2026 PDUFA filing fee alone is $4.68M.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Data-integrity findings and refuse-to-file risk from inconsistent or unsourced figures.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time lost reconciling drafts assembled by hand across documents.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096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 2025; FDA PDUFA FY2026]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retrieves, drafts, and checks consistency; a qualified regulatory/medical writer reviews and signs off — nothing is submitted unedited.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approved evidence through a scoped gateway, draft and assemble grounded sections, verify every figure — then stop at a human gate before anything is filed.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evidence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RIM/DMS + guidance via gateway-scoped connectors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&amp; assemble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CTD/eCTD sections grounded in source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 check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traceable; grounding fails fast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writer reviews &amp; signs off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 + e-signature to immutable store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what gets submitted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&amp; medical writers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Veeva Vault RIM + DMS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/ EMA / PMDA guidance portals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(authoring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 agent + grounding checker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evidence (RAG)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submissions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writer sign-in   2 SAML federation (MFA at IdP; Cognito issues JWT — no credentials in AWS)   3 authenticated session to authoring console   4 RIM/DMS + guidance read over private connectivity   5 demand scales the agent workers   6 model calls stay in-VPC via Bedrock + Guardrails endpoint   7 every draft, source, and e-signature persisted to append-only audit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~55%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first-draft CSR hours cut, 50% fewer errors (Merck)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99852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Merck]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 cycle-time reduction in early gen-AI pilots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$4.68M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PDUFA filing fee at stake per submission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FDA]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figures traceable to source by design (grounding gate)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per data class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with role scoping (writer / reviewer / QP).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Veeva Vault RIM/DMS; index approved guidance into a Knowledge Base.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HITL sign-off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 + native/container agent; point connectors at Veeva Vault; index approved guidance.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aws-native-reference/01-regulatory-writing/DEPLOY.md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01 — Regulatory Writing &amp; Intelligence</dc:title>
  <dc:subject>PptxGenJS Presentation</dc:subject>
  <dc:creator>HCLS AI Agent Suite</dc:creator>
  <cp:lastModifiedBy>HCLS AI Agent Suite</cp:lastModifiedBy>
  <cp:revision>1</cp:revision>
  <dcterms:created xsi:type="dcterms:W3CDTF">2026-06-25T22:00:54Z</dcterms:created>
  <dcterms:modified xsi:type="dcterms:W3CDTF">2026-06-25T22:00:54Z</dcterms:modified>
</cp:coreProperties>
</file>