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08 compresses MLR while making off-label a technical control. Position to the CISO/compliance around enforced off-label Guardrails and full auditability; to commercial around faster content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MLR-is-the-bottleneck (sector, flag it), McKinsey 50–70% (industry), and the DOJ settlement figures (gov) frame both upside and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 slide is risk-led: billions in FCA exposure. Bright line: MLR approves before anything reaches an HCP; off-label is blocked technically.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Off-label is blocked by Guardrails at draft time, not caught later. Reference annotation makes MLR faster.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Off-label content filters are mandatory at the model boundary. Customer provides CRM/DMS access, the approved label, and named MLR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McKinsey figures are industry-research; the off-label control is a design property, not a benchmark.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08 of 8  ·  draft on-label, evidence-grounded HCP responses — MLR review approves before anything ships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WEEKS IN MLR TO DAYS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Medical Affairs copilot that drafts on-label, evidence-grounded responses for HCP interactions with off-label guardrails enforced technically — while MLR review approves everything before it reaches a healthcare professional.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weeks→months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review is the single biggest content-release bottleneck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reduction in time-to-deliver for medical-legal reviews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$3B / $2.3B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off-label promotion settlements (GSK / Pfizer)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DOJ]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medical teams need rapid, on-label, evidence-grounded responses for HCP interactions.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guardrails must be technical, not procedural — a policy SOP is not a control.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cycles routinely stretch from weeks into months, causing missed launch windows.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promotion is among the highest-dollar compliance risks in pharma.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in FCA risk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recovered $6.8B in total FY2025 False Claims Act recoveries (healthcare a leading category). Record off-label settlements: GSK $3B, Pfizer $2.3B, J&amp;J $2.2B, AstraZeneca $520M.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promotion liability and corporate-integrity-agreement exposure.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launch windows when MLR is the bottleneck.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DOJ; industry-research — McKinsey]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on-label, grounded responses within Guardrails; MLR review approves before anything reaches an HCP — off-label is blocked technically.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label and evidence through a scoped gateway, draft on-label responses within Guardrails — then route every response through MLR before delivery.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label +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label/DMS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on-label response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grounded; off-label blocked by Guardrails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references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linked to approved sources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review approves before HCP delivery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+ approval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reaches an HCP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MSLs &amp; Medical Information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CRM + DMS / MSL portal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label &amp; evidence library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(MSL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agent + off-label Guardrails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+ evidence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responses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MSL sign-in   2 SAML federation (MFA at IdP; Cognito issues JWT)   3 authenticated session to MSL console   4 CRM/DMS + label reads over private connectivity   5 demand scales the agent workers   6 model calls stay in-VPC via Bedrock + Guardrails (off-label filters mandatory)   7 every response and MLR approval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MLR time-to-deliver reduction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medical-writing cost savings (rising as it matures)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off-label guardrail enforced, not procedural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~$3–5B/yr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Medical Affairs efficiency industry-wide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(MSL / MLR-reviewer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CRM/DMS; index approved label + evidence; set off-label Guardrails.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(MLR)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connect Veeva CRM/DMS, index the approved label, and set off-label Guardrails.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aws-native-reference/08-medical-affairs-msl/DEPLOY.md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08 — Medical Affairs / MSL Copilot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