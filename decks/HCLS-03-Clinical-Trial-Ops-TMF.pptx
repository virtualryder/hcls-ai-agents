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03 turns periodic TMF QC into continuous readiness. Position to the CIO as event-driven automation on the shared control plane; to clinical ops as fewer post-lock surprises.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Tufts $800K/day is the strongest number in the suite — lead with it. Veeva 57% paper and JAMA $19.0M median set the operational reality.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The modeled ~$25.7M 30-day-slip figure shows arithmetic. Note explicitly that we use Tufts 2024, not the discredited $4–8M/day myth. Bright line: the CRA owns the disposition.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The key word is continuous — EventBridge drives ongoing checks rather than a pre-lock scramble. Human gate in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Note the EventBridge-driven worker for continuous monitoring. Customer provides eTMF/EDC/CTMS access and named approvers.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Veeva's 1M-doc bot is vendor-reported and flagged. Close on continuous readiness and the platform-is-the-product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Trial Ops &amp; TMF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03 of 8  ·  surface TMF gaps and EDC query backlog continuously — a CRA approves every disposition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  <p:sp>
        <p:nvSpPr>
          <p:cNvPr id="8" name="TextBox 7"/>
          <p:cNvSpPr txBox="1"/>
          <p:nvPr/>
        </p:nvSpPr>
        <p:spPr>
          <a:xfrm>
            <a:off x="274320" y="6446520"/>
            <a:ext cx="1164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>
                <a:solidFill>
                  <a:srgbClr val="B0B8C0"/>
                </a:solidFill>
              </a:rPr>
              <a:t>Reference accelerator - not an AWS service or certification. Built on AWS; not AWS-affiliated/endorsed.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LATE SURPRISES TO CONTINUOUS READINESS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Trial Ops &amp; TMF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trial-ops copilot that monitors TMF completeness and EDC query backlog continuously and drafts the work — while a CRA or TMF owner approves every filing, query, and closure, keeping the trial inspection-ready by design.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33272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~$800K / day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lost/delayed sales per day of trial delay (+ ~$40K/day direct cost)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9056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Tufts 2024]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57%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TMF owners still rely on paper / simple e-file systems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Veeva]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$19.0M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pivotal-trial cost (IQR $12.2M–$33.1M)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73553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JAMA IM]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TMF gaps surface late — often after database lock, when they are most expensive to fix.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EDC query backlogs slow enrollment and data cleaning; completeness is continuous, not periodic.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“Failure to maintain adequate/accurate case histories” is among the most common FDA BIMO 483 findings.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Advanced-eTMF users report inspection readiness of 56% vs. 25% — tooling gap is measurable.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~$25.7M / slip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a 30-day database-lock / TMF slip on one Phase III ≈ 30 × ($800K lost sales + $55,716 direct/day) ≈ ~$25.7M. Tufts 2024 supersedes the old “$4–8M/day” figure.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findings and refuse-to-file risk from an incomplete TMF.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and lock delays compounding the per-day cost of delay.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4363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Tufts 2024 day-of-delay × Phase III direct cost]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detects gaps and drafts queries; a CRA or TMF owner approves every filing, query, and closure — the disposition is human-owned.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Continuously read eTMF/EDC/CTMS through a scoped gateway, detect gaps and draft queries — then route every disposition to a human gate.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read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eTMF / EDC / CTMS via gateway connectors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gaps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 model vs. TMF reference model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queries/actions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filings, queries, follow-ups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 / TMF owner approves disposition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logged to immutable store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the TMF/query disposition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CRAs, CTAs &amp; TMF owners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Veeva eTMF + CTMS + EDC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TMF Reference Model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worker + EventBridge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monitoring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Completeness/query agent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/ DynamoDB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+ TMF state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TMF records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 sign-in   2 SAML federation (MFA at IdP; Cognito issues JWT)   3 authenticated session to trial-ops console   4 eTMF/EDC/CTMS reads over private connectivity   5 EventBridge schedules continuous completeness checks   6 model calls stay in-VPC via Bedrock + Guardrails   7 every gap, query, and disposition persisted to append-only audit   8 connectors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~$800K/day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cost the agent works to compress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Tufts]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56% vs 25%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readiness, advanced-eTMF vs. manual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Veeva]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1M+ docs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auto-classified by a TMF bot, “tens of thousands of hours”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99852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Veeva]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 vs. periodic spot-checks today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(CRA / CTA / TMF-owner roles).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Veeva eTMF + CTMS + EDC; load the TMF Reference Model.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EventBridge for continuous checks; enable audit; run smoke + HITL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 + event-driven worker; point connectors at eTMF/EDC/CTMS.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aws-native-reference/03-clinical-trial-ops/DEPLOY.md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9900"/>
                </a:solidFill>
              </a:rPr>
              <a:t>Disclaimer &amp; shared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Reference accelerator - not an AWS service, not AWS-supported software, not a compliance certification, and not production-ready for regulated data without customer-specific engineering, testing, authorization, and operational ownership. 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03 — Clinical Trial Ops &amp; TMF</dc:title>
  <dc:subject>PptxGenJS Presentation</dc:subject>
  <dc:creator>HCLS AI Agent Suite</dc:creator>
  <cp:lastModifiedBy>HCLS AI Agent Suite</cp:lastModifiedBy>
  <cp:revision>1</cp:revision>
  <dcterms:created xsi:type="dcterms:W3CDTF">2026-06-25T22:00:54Z</dcterms:created>
  <dcterms:modified xsi:type="dcterms:W3CDTF">2026-06-25T22:00:54Z</dcterms:modified>
</cp:coreProperties>
</file>