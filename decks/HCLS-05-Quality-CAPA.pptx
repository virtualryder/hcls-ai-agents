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05 targets the single most-cited FDA finding area. Position to the CISO/quality leadership around traceable, consistent root-cause; to the CIO around QMSR-readiness for Feb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CAPA-is-#1-cited and 561 483s are government-grade. Recall cost is industry-research. Strong, defensible openers.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Recall cost is the headline dollar risk; CAPA/complaint findings are the recurring operational risk. Bright line: the quality owner decides classification and 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The MDR reportability flag is drafted, never decided by the agent. Human gate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Standard shared spine. Customer provides QMS + complaint-DB access and named quality approvers.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Be candid: independent AI CAPA-automation ROI is not established — the value case is finding-area fit, consistency, and QMSR-readiness. Close on the takeaway.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/ CAPA &amp; Complaints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Life Sciences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05 of 8  ·  draft root-cause and CAPA, score complaints — a quality owner approves classification and closure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HCLS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164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B0B8C0"/>
                </a:solidFill>
              </a:rPr>
              <a:t>Reference accelerator - not an AWS service or certification. Built on AWS; not AWS-affiliated/endorsed.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REPEAT FINDINGS TO ROOT CAUSE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/ CAPA &amp; Complaints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quality copilot that triages complaints, drafts root-cause analysis and CAPA records, and flags MDR reportability — while a quality owner approves every classification, reportability call, and closure.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cited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(21 CFR 820.100) is consistently the most-cited FDA device 483 clause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561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drug-program 483s issued in FY2024 (211.192 cites up ~171% YoY)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20189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+ sector-press]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$10M–$100M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pharma recall cost depending on scope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Product-complaint volumes are large; CAPA root-cause consistency is a recurring inspection finding.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CAPA closure rates are a perennial 483/warning-letter theme.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handling (820.198) is among the most error-prone QSR areas for device makers.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FDA's QMSR (effective Feb 2026) raises the bar on quality-record integrity and traceability.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$10M–$100M / recall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a pharma recall runs $10M–$100M by scope; non-routine device quality events are estimated at $2.5B–$5B/yr industry-wide. CAPA and complaint handling are the perennial top inspection findings.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letters and consent decrees from repeat root-cause and closure findings.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and MDR exposure from late or mis-classified complaints.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366308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[industry-research — recall-cost analysis; FDA inspection data]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drafts root-cause, CAPA, and reportability recommendations; a quality owner approves classification, MDR reportability, and closure.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complaints and quality events through a scoped gateway, draft root-cause and CAPA and flag reportability — then route every disposition to a quality owner.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complaints/events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+ complaint DB via gateway connectors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&amp; cluster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similar-event clustering, trends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 RCA + CAPA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 draft, CAPA, MDR reportability flag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owner approves classification &amp; closure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Append-only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logged to immutable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+ prompt version — append-only and inspection-ready (21 CFR Part 11).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regulated claim traces to the source corpus; Bedrock Guardrails mask PHI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CAPA disposition or reportability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SOP.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HCLS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complaint-handling teams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PingID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 (TrackWise / Veeva Quality)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systems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databases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(dedicated, validated account per customer)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AGENTCORE / FARGATE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99048" y="1700784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(quality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139696"/>
            <a:ext cx="2569464" cy="402336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099048" y="216712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RCA/CAPA agent + clustering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606040"/>
            <a:ext cx="2569464" cy="402336"/>
          </a:xfrm>
          <a:prstGeom prst="rect">
            <a:avLst/>
          </a:prstGeom>
          <a:solidFill>
            <a:srgbClr val="E7157B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099048" y="263347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+ content filters (mandatory)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Aurora / DynamoDB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+ CAPA state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 quality records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0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 (21 CFR Part 11 audit)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6" name="Text 64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user sign-in   2 SAML federation (MFA at IdP; Cognito issues JWT)   3 authenticated session to quality console   4 QMS + complaint-DB reads over private connectivity   5 demand scales the agent workers   6 model calls stay in-VPC via Bedrock + Guardrails   7 every classification, RCA, and closure persisted to append-only audit   8 connectors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RCA vs. variable manual root-cause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reportability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 flag drafted; quality owner decides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05521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[design property]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finding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is the clause this directly addresses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FDA]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QMSR-ready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traceability posture for Feb 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+ per-customer validated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(analyst / quality-owner roles).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agent + grant tools via the MCP gateway (deny-by-default).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TrackWise/Veeva Quality + complaint DB.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S3 Object Lock + append-only audit; run smoke + HITL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CloudFormation quick-deploy provisions the isolated environment + dual MCP gateway; point connectors at the QMS and complaint database.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aws-native-reference/05-quality-capa/DEPLOY.md  ·  docs/DEPLOY-QUICKSTART.md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21 CFR Part 11 / GxP-defensible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32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9900"/>
                </a:solidFill>
              </a:rPr>
              <a:t>Disclaimer &amp; shared responsibility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1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Reference accelerator - not an AWS service, not AWS-supported software, not a compliance certification, and not production-ready for regulated data without customer-specific engineering, testing, authorization, and operational ownership. Built on AWS; not affiliated with or endorsed by Amazon Web Services.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32F3E"/>
      </a:dk2>
      <a:lt2>
        <a:srgbClr val="E7E6E6"/>
      </a:lt2>
      <a:accent1>
        <a:srgbClr val="FF9900"/>
      </a:accent1>
      <a:accent2>
        <a:srgbClr val="232F3E"/>
      </a:accent2>
      <a:accent3>
        <a:srgbClr val="01A88D"/>
      </a:accent3>
      <a:accent4>
        <a:srgbClr val="8C4FFF"/>
      </a:accent4>
      <a:accent5>
        <a:srgbClr val="DD344C"/>
      </a:accent5>
      <a:accent6>
        <a:srgbClr val="ED7100"/>
      </a:accent6>
      <a:hlink>
        <a:srgbClr val="0563C1"/>
      </a:hlink>
      <a:folHlink>
        <a:srgbClr val="954F72"/>
      </a:folHlink>
    </a:clrScheme>
    <a:fontScheme name="Office">
      <a:majorFont>
        <a:latin typeface="Amazon Ember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mazon Emb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HCLS Agent 05 — Quality / CAPA &amp; Complaints</dc:title>
  <dc:subject>PptxGenJS Presentation</dc:subject>
  <dc:creator>HCLS AI Agent Suite</dc:creator>
  <cp:lastModifiedBy>HCLS AI Agent Suite</cp:lastModifiedBy>
  <cp:revision>1</cp:revision>
  <dcterms:created xsi:type="dcterms:W3CDTF">2026-06-25T22:00:54Z</dcterms:created>
  <dcterms:modified xsi:type="dcterms:W3CDTF">2026-06-25T22:00:54Z</dcterms:modified>
</cp:coreProperties>
</file>