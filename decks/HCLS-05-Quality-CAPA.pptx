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05 targets the single most-cited FDA finding area. Position to the CISO/quality leadership around traceable, consistent root-cause; to the CIO around QMSR-readiness for Feb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CAPA-is-#1-cited and 561 483s are government-grade. Recall cost is industry-research. Strong, defensible openers.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Recall cost is the headline dollar risk; CAPA/complaint findings are the recurring operational risk. Bright line: the quality owner decides classification and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MDR reportability flag is drafted, never decided by the agent.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Standard shared spine. Customer provides QMS + complaint-DB access and named quality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independent AI CAPA-automation ROI is not established — the value case is finding-area fit, consistency, and QMSR-readiness.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05 of 8  ·  draft root-cause and CAPA, score complaints — a quality owner approves classification and closure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REPEAT FINDINGS TO ROOT CAUSE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quality copilot that triages complaints, drafts root-cause analysis and CAPA records, and flags MDR reportability — while a quality owner approves every classification, reportability call, and closure.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cited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(21 CFR 820.100) is consistently the most-cited FDA device 483 clause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561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drug-program 483s issued in FY2024 (211.192 cites up ~171% YoY)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+ sector-press]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pharma recall cost depending on scope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Product-complaint volumes are large; CAPA root-cause consistency is a recurring inspection finding.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CAPA closure rates are a perennial 483/warning-letter theme.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handling (820.198) is among the most error-prone QSR areas for device makers.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QMSR (effective Feb 2026) raises the bar on quality-record integrity and traceability.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 / recall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a pharma recall runs $10M–$100M by scope; non-routine device quality events are estimated at $2.5B–$5B/yr industry-wide. CAPA and complaint handling are the perennial top inspection findings.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letters and consent decrees from repeat root-cause and closure findings.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and MDR exposure from late or mis-classified complaints.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63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recall-cost analysis; FDA inspection data]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root-cause, CAPA, and reportability recommendations; a quality owner approves classification, MDR reportability, and closure.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complaints and quality events through a scoped gateway, draft root-cause and CAPA and flag reportability — then route every disposition to a quality owner.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complaints/events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+ complaint DB via gateway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&amp; cluster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similar-event clustering, trends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RCA + CAPA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draft, CAPA, MDR reportability flag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owner approves classification &amp; closure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CAPA disposition or reportability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complaint-handling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(TrackWise / Veeva Quality)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databases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(quality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RCA/CAPA agent + clustering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CAPA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quality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quality console   4 QMS + complaint-DB reads over private connectivity   5 demand scales the agent workers   6 model calls stay in-VPC via Bedrock + Guardrails   7 every classification, RCA, and closure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RCA vs. variable manual root-cause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reportability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flag drafted; quality owner decides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finding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is the clause this directly addresses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QMSR-ready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traceability posture for Feb 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(analyst / quality-owner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TrackWise/Veeva Quality + complaint DB.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the QMS and complaint database.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aws-native-reference/05-quality-capa/DEPLOY.md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05 — Quality / CAPA &amp; Complaints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