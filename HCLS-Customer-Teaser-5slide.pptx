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PHARMA · BIOTECH · MEDTECH · CROS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for Life Sciences,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trusted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92608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bounded, regulator-aware agents that do real work across regulatory, safety, clinical, quality and medical affairs — with a governed platform and one-click AWS deployment.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agents, one governed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Writing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56432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691640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1892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85032" y="24414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64224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64224" y="1691640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592824" y="1892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92824" y="24414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Ops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272016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72016" y="1691640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9500616" y="1892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500616" y="24414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Patient Matching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91840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493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77240" y="4041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CAPA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456432" y="3291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6432" y="3291840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3685032" y="3493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685032" y="4041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64224" y="3291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64224" y="3291840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592824" y="3493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592824" y="4041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RWE / HEOR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9272016" y="32918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72016" y="3291840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9500616" y="3493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500616" y="4041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Affairs / MSL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agent: a bounded workflow, governed tool access, a human-in-the-loop decision, and a full audit trail — every artifact grounded to its source.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DEPLOY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46304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470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In-account inference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runs in your AWS account — no PHI or IP leaves your boundary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611880" cy="146304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8470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2677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Gateway + Identity: deny-by-default, least privilege, scoped tokens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611880" cy="146304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470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2677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action requires a qualified human approval — framework-enforced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3611880" cy="146304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112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trail with e-signature linkage — 21 CFR Part 11 by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310128"/>
            <a:ext cx="3611880" cy="146304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5112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output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&amp; entity traces to source — hallucinations caught before sign-off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3310128"/>
            <a:ext cx="3611880" cy="146304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5112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Validation-ready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prompts &amp; models, eval harness in CI — built for GxP / CSV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· 21 CFR Part 11 · GxP (GCP/GLP/GMP) · GVP / ICH E2B(R3) · FDA QMSR · EU AI Act · GDPR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on AWS, prove it in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29718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 draft of a regulatory benefit-risk summary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82296" cy="18288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391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hrs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748272" y="29718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adverse-event case vs. manual processing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886200"/>
            <a:ext cx="82296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4223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1-click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6112" y="5074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quick-deploy, customer-isolated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388620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3886200"/>
            <a:ext cx="82296" cy="18288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14223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748272" y="5074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 on live Bedrock + a real safety connector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Illustrative; the assessment instruments your own baselines.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one workflow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3383280" cy="192024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4747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workflow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writing, PV intake, TMF or CAPA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3200400"/>
            <a:ext cx="3383280" cy="192024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34747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assessment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of use, risk, controls — and your ROI baseline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3200400"/>
            <a:ext cx="3383280" cy="192024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47472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demo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AWS, with governance and human control proven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governed, AWS-native, deployable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Agentic AI — Customer Teaser</dc:title>
  <dc:subject>PptxGenJS Presentation</dc:subject>
  <dc:creator>Life Sciences GTM</dc:creator>
  <cp:lastModifiedBy>Life Sciences GTM</cp:lastModifiedBy>
  <cp:revision>1</cp:revision>
  <dcterms:created xsi:type="dcterms:W3CDTF">2026-06-17T16:45:13Z</dcterms:created>
  <dcterms:modified xsi:type="dcterms:W3CDTF">2026-06-17T16:45:13Z</dcterms:modified>
</cp:coreProperties>
</file>